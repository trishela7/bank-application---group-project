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-760" y="-10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4358658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Lizzie: the switch menu and it’s functions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lang="en" dirty="0"/>
          </a:p>
        </p:txBody>
      </p:sp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Shape 1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buNone/>
              <a:defRPr sz="1800"/>
            </a:lvl2pPr>
            <a:lvl3pPr lvl="2" indent="0" rtl="0">
              <a:spcBef>
                <a:spcPts val="0"/>
              </a:spcBef>
              <a:buNone/>
              <a:defRPr sz="1800"/>
            </a:lvl3pPr>
            <a:lvl4pPr lvl="3" indent="0" rtl="0">
              <a:spcBef>
                <a:spcPts val="0"/>
              </a:spcBef>
              <a:buNone/>
              <a:defRPr sz="1800"/>
            </a:lvl4pPr>
            <a:lvl5pPr lvl="4" indent="0" rtl="0">
              <a:spcBef>
                <a:spcPts val="0"/>
              </a:spcBef>
              <a:buNone/>
              <a:defRPr sz="1800"/>
            </a:lvl5pPr>
            <a:lvl6pPr lvl="5" indent="0" rtl="0">
              <a:spcBef>
                <a:spcPts val="0"/>
              </a:spcBef>
              <a:buNone/>
              <a:defRPr sz="1800"/>
            </a:lvl6pPr>
            <a:lvl7pPr lvl="6" indent="0" rtl="0">
              <a:spcBef>
                <a:spcPts val="0"/>
              </a:spcBef>
              <a:buNone/>
              <a:defRPr sz="1800"/>
            </a:lvl7pPr>
            <a:lvl8pPr lvl="7" indent="0" rtl="0">
              <a:spcBef>
                <a:spcPts val="0"/>
              </a:spcBef>
              <a:buNone/>
              <a:defRPr sz="1800"/>
            </a:lvl8pPr>
            <a:lvl9pPr lvl="8" indent="0" rtl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07950" algn="l" rtl="0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76200" algn="l" rtl="0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buNone/>
              <a:defRPr sz="1800"/>
            </a:lvl2pPr>
            <a:lvl3pPr lvl="2" indent="0" rtl="0">
              <a:spcBef>
                <a:spcPts val="0"/>
              </a:spcBef>
              <a:buNone/>
              <a:defRPr sz="1800"/>
            </a:lvl3pPr>
            <a:lvl4pPr lvl="3" indent="0" rtl="0">
              <a:spcBef>
                <a:spcPts val="0"/>
              </a:spcBef>
              <a:buNone/>
              <a:defRPr sz="1800"/>
            </a:lvl4pPr>
            <a:lvl5pPr lvl="4" indent="0" rtl="0">
              <a:spcBef>
                <a:spcPts val="0"/>
              </a:spcBef>
              <a:buNone/>
              <a:defRPr sz="1800"/>
            </a:lvl5pPr>
            <a:lvl6pPr lvl="5" indent="0" rtl="0">
              <a:spcBef>
                <a:spcPts val="0"/>
              </a:spcBef>
              <a:buNone/>
              <a:defRPr sz="1800"/>
            </a:lvl6pPr>
            <a:lvl7pPr lvl="6" indent="0" rtl="0">
              <a:spcBef>
                <a:spcPts val="0"/>
              </a:spcBef>
              <a:buNone/>
              <a:defRPr sz="1800"/>
            </a:lvl7pPr>
            <a:lvl8pPr lvl="7" indent="0" rtl="0">
              <a:spcBef>
                <a:spcPts val="0"/>
              </a:spcBef>
              <a:buNone/>
              <a:defRPr sz="1800"/>
            </a:lvl8pPr>
            <a:lvl9pPr lvl="8" indent="0" rtl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buClr>
                <a:srgbClr val="888888"/>
              </a:buClr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spcBef>
                <a:spcPts val="560"/>
              </a:spcBef>
              <a:buClr>
                <a:srgbClr val="888888"/>
              </a:buClr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spcBef>
                <a:spcPts val="480"/>
              </a:spcBef>
              <a:buClr>
                <a:srgbClr val="888888"/>
              </a:buClr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722312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buNone/>
              <a:defRPr sz="1800"/>
            </a:lvl2pPr>
            <a:lvl3pPr lvl="2" indent="0" rtl="0">
              <a:spcBef>
                <a:spcPts val="0"/>
              </a:spcBef>
              <a:buNone/>
              <a:defRPr sz="1800"/>
            </a:lvl3pPr>
            <a:lvl4pPr lvl="3" indent="0" rtl="0">
              <a:spcBef>
                <a:spcPts val="0"/>
              </a:spcBef>
              <a:buNone/>
              <a:defRPr sz="1800"/>
            </a:lvl4pPr>
            <a:lvl5pPr lvl="4" indent="0" rtl="0">
              <a:spcBef>
                <a:spcPts val="0"/>
              </a:spcBef>
              <a:buNone/>
              <a:defRPr sz="1800"/>
            </a:lvl5pPr>
            <a:lvl6pPr lvl="5" indent="0" rtl="0">
              <a:spcBef>
                <a:spcPts val="0"/>
              </a:spcBef>
              <a:buNone/>
              <a:defRPr sz="1800"/>
            </a:lvl6pPr>
            <a:lvl7pPr lvl="6" indent="0" rtl="0">
              <a:spcBef>
                <a:spcPts val="0"/>
              </a:spcBef>
              <a:buNone/>
              <a:defRPr sz="1800"/>
            </a:lvl7pPr>
            <a:lvl8pPr lvl="7" indent="0" rtl="0">
              <a:spcBef>
                <a:spcPts val="0"/>
              </a:spcBef>
              <a:buNone/>
              <a:defRPr sz="1800"/>
            </a:lvl8pPr>
            <a:lvl9pPr lvl="8" indent="0" rtl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722312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360"/>
              </a:spcBef>
              <a:buClr>
                <a:srgbClr val="888888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32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buNone/>
              <a:defRPr sz="1800"/>
            </a:lvl2pPr>
            <a:lvl3pPr lvl="2" indent="0" rtl="0">
              <a:spcBef>
                <a:spcPts val="0"/>
              </a:spcBef>
              <a:buNone/>
              <a:defRPr sz="1800"/>
            </a:lvl3pPr>
            <a:lvl4pPr lvl="3" indent="0" rtl="0">
              <a:spcBef>
                <a:spcPts val="0"/>
              </a:spcBef>
              <a:buNone/>
              <a:defRPr sz="1800"/>
            </a:lvl4pPr>
            <a:lvl5pPr lvl="4" indent="0" rtl="0">
              <a:spcBef>
                <a:spcPts val="0"/>
              </a:spcBef>
              <a:buNone/>
              <a:defRPr sz="1800"/>
            </a:lvl5pPr>
            <a:lvl6pPr lvl="5" indent="0" rtl="0">
              <a:spcBef>
                <a:spcPts val="0"/>
              </a:spcBef>
              <a:buNone/>
              <a:defRPr sz="1800"/>
            </a:lvl6pPr>
            <a:lvl7pPr lvl="6" indent="0" rtl="0">
              <a:spcBef>
                <a:spcPts val="0"/>
              </a:spcBef>
              <a:buNone/>
              <a:defRPr sz="1800"/>
            </a:lvl7pPr>
            <a:lvl8pPr lvl="7" indent="0" rtl="0">
              <a:spcBef>
                <a:spcPts val="0"/>
              </a:spcBef>
              <a:buNone/>
              <a:defRPr sz="1800"/>
            </a:lvl8pPr>
            <a:lvl9pPr lvl="8" indent="0" rtl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65100" algn="l" rtl="0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33350" algn="l" rtl="0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65100" algn="l" rtl="0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33350" algn="l" rtl="0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buNone/>
              <a:defRPr sz="1800"/>
            </a:lvl2pPr>
            <a:lvl3pPr lvl="2" indent="0" rtl="0">
              <a:spcBef>
                <a:spcPts val="0"/>
              </a:spcBef>
              <a:buNone/>
              <a:defRPr sz="1800"/>
            </a:lvl3pPr>
            <a:lvl4pPr lvl="3" indent="0" rtl="0">
              <a:spcBef>
                <a:spcPts val="0"/>
              </a:spcBef>
              <a:buNone/>
              <a:defRPr sz="1800"/>
            </a:lvl4pPr>
            <a:lvl5pPr lvl="4" indent="0" rtl="0">
              <a:spcBef>
                <a:spcPts val="0"/>
              </a:spcBef>
              <a:buNone/>
              <a:defRPr sz="1800"/>
            </a:lvl5pPr>
            <a:lvl6pPr lvl="5" indent="0" rtl="0">
              <a:spcBef>
                <a:spcPts val="0"/>
              </a:spcBef>
              <a:buNone/>
              <a:defRPr sz="1800"/>
            </a:lvl6pPr>
            <a:lvl7pPr lvl="6" indent="0" rtl="0">
              <a:spcBef>
                <a:spcPts val="0"/>
              </a:spcBef>
              <a:buNone/>
              <a:defRPr sz="1800"/>
            </a:lvl7pPr>
            <a:lvl8pPr lvl="7" indent="0" rtl="0">
              <a:spcBef>
                <a:spcPts val="0"/>
              </a:spcBef>
              <a:buNone/>
              <a:defRPr sz="1800"/>
            </a:lvl8pPr>
            <a:lvl9pPr lvl="8" indent="0" rtl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457200" y="1151334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480"/>
              </a:spcBef>
              <a:buClr>
                <a:schemeClr val="dk1"/>
              </a:buClr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360"/>
              </a:spcBef>
              <a:buClr>
                <a:schemeClr val="dk1"/>
              </a:buClr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5875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body" idx="3"/>
          </p:nvPr>
        </p:nvSpPr>
        <p:spPr>
          <a:xfrm>
            <a:off x="4645026" y="1151334"/>
            <a:ext cx="4041899" cy="479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480"/>
              </a:spcBef>
              <a:buClr>
                <a:schemeClr val="dk1"/>
              </a:buClr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360"/>
              </a:spcBef>
              <a:buClr>
                <a:schemeClr val="dk1"/>
              </a:buClr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32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899" cy="2963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5875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27000" algn="l" rtl="0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buNone/>
              <a:defRPr sz="1800"/>
            </a:lvl2pPr>
            <a:lvl3pPr lvl="2" indent="0" rtl="0">
              <a:spcBef>
                <a:spcPts val="0"/>
              </a:spcBef>
              <a:buNone/>
              <a:defRPr sz="1800"/>
            </a:lvl3pPr>
            <a:lvl4pPr lvl="3" indent="0" rtl="0">
              <a:spcBef>
                <a:spcPts val="0"/>
              </a:spcBef>
              <a:buNone/>
              <a:defRPr sz="1800"/>
            </a:lvl4pPr>
            <a:lvl5pPr lvl="4" indent="0" rtl="0">
              <a:spcBef>
                <a:spcPts val="0"/>
              </a:spcBef>
              <a:buNone/>
              <a:defRPr sz="1800"/>
            </a:lvl5pPr>
            <a:lvl6pPr lvl="5" indent="0" rtl="0">
              <a:spcBef>
                <a:spcPts val="0"/>
              </a:spcBef>
              <a:buNone/>
              <a:defRPr sz="1800"/>
            </a:lvl6pPr>
            <a:lvl7pPr lvl="6" indent="0" rtl="0">
              <a:spcBef>
                <a:spcPts val="0"/>
              </a:spcBef>
              <a:buNone/>
              <a:defRPr sz="1800"/>
            </a:lvl7pPr>
            <a:lvl8pPr lvl="7" indent="0" rtl="0">
              <a:spcBef>
                <a:spcPts val="0"/>
              </a:spcBef>
              <a:buNone/>
              <a:defRPr sz="1800"/>
            </a:lvl8pPr>
            <a:lvl9pPr lvl="8" indent="0" rtl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92" name="Shape 9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Shape 9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457200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buNone/>
              <a:defRPr sz="1800"/>
            </a:lvl2pPr>
            <a:lvl3pPr lvl="2" indent="0" rtl="0">
              <a:spcBef>
                <a:spcPts val="0"/>
              </a:spcBef>
              <a:buNone/>
              <a:defRPr sz="1800"/>
            </a:lvl3pPr>
            <a:lvl4pPr lvl="3" indent="0" rtl="0">
              <a:spcBef>
                <a:spcPts val="0"/>
              </a:spcBef>
              <a:buNone/>
              <a:defRPr sz="1800"/>
            </a:lvl4pPr>
            <a:lvl5pPr lvl="4" indent="0" rtl="0">
              <a:spcBef>
                <a:spcPts val="0"/>
              </a:spcBef>
              <a:buNone/>
              <a:defRPr sz="1800"/>
            </a:lvl5pPr>
            <a:lvl6pPr lvl="5" indent="0" rtl="0">
              <a:spcBef>
                <a:spcPts val="0"/>
              </a:spcBef>
              <a:buNone/>
              <a:defRPr sz="1800"/>
            </a:lvl6pPr>
            <a:lvl7pPr lvl="6" indent="0" rtl="0">
              <a:spcBef>
                <a:spcPts val="0"/>
              </a:spcBef>
              <a:buNone/>
              <a:defRPr sz="1800"/>
            </a:lvl7pPr>
            <a:lvl8pPr lvl="7" indent="0" rtl="0">
              <a:spcBef>
                <a:spcPts val="0"/>
              </a:spcBef>
              <a:buNone/>
              <a:defRPr sz="1800"/>
            </a:lvl8pPr>
            <a:lvl9pPr lvl="8" indent="0" rtl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07950" algn="l" rtl="0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76200" algn="l" rtl="0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Shape 102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280"/>
              </a:spcBef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240"/>
              </a:spcBef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2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Shape 10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Shape 10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Shape 10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buNone/>
              <a:defRPr sz="1800"/>
            </a:lvl2pPr>
            <a:lvl3pPr lvl="2" indent="0" rtl="0">
              <a:spcBef>
                <a:spcPts val="0"/>
              </a:spcBef>
              <a:buNone/>
              <a:defRPr sz="1800"/>
            </a:lvl3pPr>
            <a:lvl4pPr lvl="3" indent="0" rtl="0">
              <a:spcBef>
                <a:spcPts val="0"/>
              </a:spcBef>
              <a:buNone/>
              <a:defRPr sz="1800"/>
            </a:lvl4pPr>
            <a:lvl5pPr lvl="4" indent="0" rtl="0">
              <a:spcBef>
                <a:spcPts val="0"/>
              </a:spcBef>
              <a:buNone/>
              <a:defRPr sz="1800"/>
            </a:lvl5pPr>
            <a:lvl6pPr lvl="5" indent="0" rtl="0">
              <a:spcBef>
                <a:spcPts val="0"/>
              </a:spcBef>
              <a:buNone/>
              <a:defRPr sz="1800"/>
            </a:lvl6pPr>
            <a:lvl7pPr lvl="6" indent="0" rtl="0">
              <a:spcBef>
                <a:spcPts val="0"/>
              </a:spcBef>
              <a:buNone/>
              <a:defRPr sz="1800"/>
            </a:lvl7pPr>
            <a:lvl8pPr lvl="7" indent="0" rtl="0">
              <a:spcBef>
                <a:spcPts val="0"/>
              </a:spcBef>
              <a:buNone/>
              <a:defRPr sz="1800"/>
            </a:lvl8pPr>
            <a:lvl9pPr lvl="8" indent="0" rtl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640"/>
              </a:spcBef>
              <a:buClr>
                <a:schemeClr val="dk1"/>
              </a:buClr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560"/>
              </a:spcBef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480"/>
              </a:spcBef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280"/>
              </a:spcBef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240"/>
              </a:spcBef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2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180"/>
              </a:spcBef>
              <a:buClr>
                <a:schemeClr val="dk1"/>
              </a:buClr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Shape 1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Shape 1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Shape 1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buNone/>
              <a:defRPr sz="1800"/>
            </a:lvl2pPr>
            <a:lvl3pPr lvl="2" indent="0" rtl="0">
              <a:spcBef>
                <a:spcPts val="0"/>
              </a:spcBef>
              <a:buNone/>
              <a:defRPr sz="1800"/>
            </a:lvl3pPr>
            <a:lvl4pPr lvl="3" indent="0" rtl="0">
              <a:spcBef>
                <a:spcPts val="0"/>
              </a:spcBef>
              <a:buNone/>
              <a:defRPr sz="1800"/>
            </a:lvl4pPr>
            <a:lvl5pPr lvl="4" indent="0" rtl="0">
              <a:spcBef>
                <a:spcPts val="0"/>
              </a:spcBef>
              <a:buNone/>
              <a:defRPr sz="1800"/>
            </a:lvl5pPr>
            <a:lvl6pPr lvl="5" indent="0" rtl="0">
              <a:spcBef>
                <a:spcPts val="0"/>
              </a:spcBef>
              <a:buNone/>
              <a:defRPr sz="1800"/>
            </a:lvl6pPr>
            <a:lvl7pPr lvl="6" indent="0" rtl="0">
              <a:spcBef>
                <a:spcPts val="0"/>
              </a:spcBef>
              <a:buNone/>
              <a:defRPr sz="1800"/>
            </a:lvl7pPr>
            <a:lvl8pPr lvl="7" indent="0" rtl="0">
              <a:spcBef>
                <a:spcPts val="0"/>
              </a:spcBef>
              <a:buNone/>
              <a:defRPr sz="1800"/>
            </a:lvl8pPr>
            <a:lvl9pPr lvl="8" indent="0" rtl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 rot="5400000">
            <a:off x="2874750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07950" algn="l" rtl="0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76200" algn="l" rtl="0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Shape 1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Shape 1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Shape 1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buNone/>
              <a:defRPr sz="1800"/>
            </a:lvl2pPr>
            <a:lvl3pPr lvl="2" indent="0" rtl="0">
              <a:spcBef>
                <a:spcPts val="0"/>
              </a:spcBef>
              <a:buNone/>
              <a:defRPr sz="1800"/>
            </a:lvl3pPr>
            <a:lvl4pPr lvl="3" indent="0" rtl="0">
              <a:spcBef>
                <a:spcPts val="0"/>
              </a:spcBef>
              <a:buNone/>
              <a:defRPr sz="1800"/>
            </a:lvl4pPr>
            <a:lvl5pPr lvl="4" indent="0" rtl="0">
              <a:spcBef>
                <a:spcPts val="0"/>
              </a:spcBef>
              <a:buNone/>
              <a:defRPr sz="1800"/>
            </a:lvl5pPr>
            <a:lvl6pPr lvl="5" indent="0" rtl="0">
              <a:spcBef>
                <a:spcPts val="0"/>
              </a:spcBef>
              <a:buNone/>
              <a:defRPr sz="1800"/>
            </a:lvl6pPr>
            <a:lvl7pPr lvl="6" indent="0" rtl="0">
              <a:spcBef>
                <a:spcPts val="0"/>
              </a:spcBef>
              <a:buNone/>
              <a:defRPr sz="1800"/>
            </a:lvl7pPr>
            <a:lvl8pPr lvl="7" indent="0" rtl="0">
              <a:spcBef>
                <a:spcPts val="0"/>
              </a:spcBef>
              <a:buNone/>
              <a:defRPr sz="1800"/>
            </a:lvl8pPr>
            <a:lvl9pPr lvl="8" indent="0" rtl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0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07950" algn="l" rtl="0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76200" algn="l" rtl="0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Shape 1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Shape 1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Shape 1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buNone/>
              <a:defRPr sz="1800"/>
            </a:lvl2pPr>
            <a:lvl3pPr lvl="2" indent="0" rtl="0">
              <a:spcBef>
                <a:spcPts val="0"/>
              </a:spcBef>
              <a:buNone/>
              <a:defRPr sz="1800"/>
            </a:lvl3pPr>
            <a:lvl4pPr lvl="3" indent="0" rtl="0">
              <a:spcBef>
                <a:spcPts val="0"/>
              </a:spcBef>
              <a:buNone/>
              <a:defRPr sz="1800"/>
            </a:lvl4pPr>
            <a:lvl5pPr lvl="4" indent="0" rtl="0">
              <a:spcBef>
                <a:spcPts val="0"/>
              </a:spcBef>
              <a:buNone/>
              <a:defRPr sz="1800"/>
            </a:lvl5pPr>
            <a:lvl6pPr lvl="5" indent="0" rtl="0">
              <a:spcBef>
                <a:spcPts val="0"/>
              </a:spcBef>
              <a:buNone/>
              <a:defRPr sz="1800"/>
            </a:lvl6pPr>
            <a:lvl7pPr lvl="6" indent="0" rtl="0">
              <a:spcBef>
                <a:spcPts val="0"/>
              </a:spcBef>
              <a:buNone/>
              <a:defRPr sz="1800"/>
            </a:lvl7pPr>
            <a:lvl8pPr lvl="7" indent="0" rtl="0">
              <a:spcBef>
                <a:spcPts val="0"/>
              </a:spcBef>
              <a:buNone/>
              <a:defRPr sz="1800"/>
            </a:lvl8pPr>
            <a:lvl9pPr lvl="8" indent="0" rtl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07950" algn="l" rtl="0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76200" algn="l" rtl="0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ctrTitle"/>
          </p:nvPr>
        </p:nvSpPr>
        <p:spPr>
          <a:xfrm>
            <a:off x="586825" y="2325"/>
            <a:ext cx="8117100" cy="1064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CS 52 Bank Project</a:t>
            </a:r>
          </a:p>
        </p:txBody>
      </p:sp>
      <p:sp>
        <p:nvSpPr>
          <p:cNvPr id="130" name="Shape 130"/>
          <p:cNvSpPr txBox="1">
            <a:spLocks noGrp="1"/>
          </p:cNvSpPr>
          <p:nvPr>
            <p:ph type="subTitle" idx="1"/>
          </p:nvPr>
        </p:nvSpPr>
        <p:spPr>
          <a:xfrm>
            <a:off x="1639075" y="1066725"/>
            <a:ext cx="6012600" cy="1492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l">
              <a:spcBef>
                <a:spcPts val="0"/>
              </a:spcBef>
              <a:buNone/>
            </a:pPr>
            <a:r>
              <a:rPr lang="en" i="1"/>
              <a:t> Group 5</a:t>
            </a:r>
            <a:r>
              <a:rPr lang="en"/>
              <a:t>:   Robin Saacks</a:t>
            </a:r>
          </a:p>
          <a:p>
            <a:pPr lvl="0" algn="l">
              <a:spcBef>
                <a:spcPts val="0"/>
              </a:spcBef>
              <a:buNone/>
            </a:pPr>
            <a:r>
              <a:rPr lang="en"/>
              <a:t>                  Patricia Shatz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Shanyun Wen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37" name="Shape 137" descr="Screen Shot 2017-05-13 at 10.13.3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23"/>
            <a:ext cx="9143998" cy="5045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Shape 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400" y="263224"/>
            <a:ext cx="7377350" cy="45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title"/>
          </p:nvPr>
        </p:nvSpPr>
        <p:spPr>
          <a:xfrm>
            <a:off x="195400" y="-1757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Public/Private Classes and Major Functions</a:t>
            </a:r>
          </a:p>
        </p:txBody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49" name="Shape 149" descr="Screen Shot 2017-05-13 at 9.58.1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5136"/>
            <a:ext cx="9143999" cy="461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Input/Output Files</a:t>
            </a:r>
          </a:p>
        </p:txBody>
      </p:sp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56" name="Shape 156" descr="Screen Shot 2017-05-13 at 9.51.2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227249"/>
            <a:ext cx="4126500" cy="285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Shape 157" descr="Screen Shot 2017-05-13 at 9.51.4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875" y="1152475"/>
            <a:ext cx="4218425" cy="26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Shape 158"/>
          <p:cNvSpPr txBox="1"/>
          <p:nvPr/>
        </p:nvSpPr>
        <p:spPr>
          <a:xfrm>
            <a:off x="1395725" y="3954550"/>
            <a:ext cx="1512000" cy="439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Customers.csv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5686250" y="3976225"/>
            <a:ext cx="1731900" cy="439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Transactions.csv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Shape 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600" y="0"/>
            <a:ext cx="6430175" cy="511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71" name="Shape 171" descr="Screen Shot 2017-05-13 at 10.17.1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761494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Shape 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48075" cy="409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Shape 1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725" y="24325"/>
            <a:ext cx="7733499" cy="51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Shape 186" descr="Screenshot at May 15 00-11-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875" y="0"/>
            <a:ext cx="6922900" cy="51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6000"/>
              <a:t>Code Demo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Macintosh PowerPoint</Application>
  <PresentationFormat>On-screen Show (16:9)</PresentationFormat>
  <Paragraphs>10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simple-light-2</vt:lpstr>
      <vt:lpstr>Office Theme</vt:lpstr>
      <vt:lpstr>CS 52 Bank Project</vt:lpstr>
      <vt:lpstr>PowerPoint Presentation</vt:lpstr>
      <vt:lpstr>PowerPoint Presentation</vt:lpstr>
      <vt:lpstr>Public/Private Classes and Major Functions</vt:lpstr>
      <vt:lpstr>Input/Output Files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52 Bank Project</dc:title>
  <cp:lastModifiedBy>Patricia Shatz</cp:lastModifiedBy>
  <cp:revision>3</cp:revision>
  <dcterms:modified xsi:type="dcterms:W3CDTF">2018-09-10T05:09:27Z</dcterms:modified>
</cp:coreProperties>
</file>